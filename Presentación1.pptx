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58" r:id="rId4"/>
    <p:sldId id="257" r:id="rId5"/>
    <p:sldId id="260" r:id="rId6"/>
    <p:sldId id="262" r:id="rId7"/>
    <p:sldId id="263" r:id="rId8"/>
    <p:sldId id="264" r:id="rId9"/>
    <p:sldId id="261" r:id="rId1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EB5113-C7BB-4044-AFF4-C61979AEF9FE}" v="398" dt="2025-12-10T18:11:03.1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86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jandro Rabanal Camúñez" userId="d031db2110891a90" providerId="LiveId" clId="{2494E348-1CEF-499B-BA11-97E425265F0C}"/>
    <pc:docChg chg="undo custSel addSld modSld sldOrd">
      <pc:chgData name="Alejandro Rabanal Camúñez" userId="d031db2110891a90" providerId="LiveId" clId="{2494E348-1CEF-499B-BA11-97E425265F0C}" dt="2025-12-10T18:11:15.036" v="1485"/>
      <pc:docMkLst>
        <pc:docMk/>
      </pc:docMkLst>
      <pc:sldChg chg="addSp delSp modSp mod setBg addAnim delAnim modAnim">
        <pc:chgData name="Alejandro Rabanal Camúñez" userId="d031db2110891a90" providerId="LiveId" clId="{2494E348-1CEF-499B-BA11-97E425265F0C}" dt="2025-12-10T16:02:02.485" v="396" actId="1076"/>
        <pc:sldMkLst>
          <pc:docMk/>
          <pc:sldMk cId="2426658547" sldId="257"/>
        </pc:sldMkLst>
        <pc:spChg chg="add mod">
          <ac:chgData name="Alejandro Rabanal Camúñez" userId="d031db2110891a90" providerId="LiveId" clId="{2494E348-1CEF-499B-BA11-97E425265F0C}" dt="2025-12-10T16:02:02.485" v="396" actId="1076"/>
          <ac:spMkLst>
            <pc:docMk/>
            <pc:sldMk cId="2426658547" sldId="257"/>
            <ac:spMk id="8" creationId="{07A3B0FC-A7AE-748A-29BA-6D8BBA932ED6}"/>
          </ac:spMkLst>
        </pc:spChg>
        <pc:spChg chg="add mod">
          <ac:chgData name="Alejandro Rabanal Camúñez" userId="d031db2110891a90" providerId="LiveId" clId="{2494E348-1CEF-499B-BA11-97E425265F0C}" dt="2025-12-10T16:01:56.963" v="395" actId="1076"/>
          <ac:spMkLst>
            <pc:docMk/>
            <pc:sldMk cId="2426658547" sldId="257"/>
            <ac:spMk id="11" creationId="{698A0301-B9AC-52A9-12F3-AC06240A79CB}"/>
          </ac:spMkLst>
        </pc:spChg>
        <pc:spChg chg="add del mod">
          <ac:chgData name="Alejandro Rabanal Camúñez" userId="d031db2110891a90" providerId="LiveId" clId="{2494E348-1CEF-499B-BA11-97E425265F0C}" dt="2025-12-10T16:01:52.940" v="394"/>
          <ac:spMkLst>
            <pc:docMk/>
            <pc:sldMk cId="2426658547" sldId="257"/>
            <ac:spMk id="12" creationId="{58D7E2D4-E49E-CB54-3664-2CED0ECBCC89}"/>
          </ac:spMkLst>
        </pc:spChg>
        <pc:graphicFrameChg chg="add del mod">
          <ac:chgData name="Alejandro Rabanal Camúñez" userId="d031db2110891a90" providerId="LiveId" clId="{2494E348-1CEF-499B-BA11-97E425265F0C}" dt="2025-12-09T15:19:47.506" v="48" actId="478"/>
          <ac:graphicFrameMkLst>
            <pc:docMk/>
            <pc:sldMk cId="2426658547" sldId="257"/>
            <ac:graphicFrameMk id="4" creationId="{FA9DB562-A045-CE3C-B0E9-502059338E13}"/>
          </ac:graphicFrameMkLst>
        </pc:graphicFrameChg>
        <pc:graphicFrameChg chg="add mod">
          <ac:chgData name="Alejandro Rabanal Camúñez" userId="d031db2110891a90" providerId="LiveId" clId="{2494E348-1CEF-499B-BA11-97E425265F0C}" dt="2025-12-09T15:23:28.305" v="95" actId="1076"/>
          <ac:graphicFrameMkLst>
            <pc:docMk/>
            <pc:sldMk cId="2426658547" sldId="257"/>
            <ac:graphicFrameMk id="7" creationId="{A49098F6-FB9E-2748-EF57-20C2D895B5AA}"/>
          </ac:graphicFrameMkLst>
        </pc:graphicFrameChg>
        <pc:picChg chg="add del mod">
          <ac:chgData name="Alejandro Rabanal Camúñez" userId="d031db2110891a90" providerId="LiveId" clId="{2494E348-1CEF-499B-BA11-97E425265F0C}" dt="2025-12-09T15:23:48.533" v="105" actId="22"/>
          <ac:picMkLst>
            <pc:docMk/>
            <pc:sldMk cId="2426658547" sldId="257"/>
            <ac:picMk id="10" creationId="{D6CE8D27-4860-3E7C-1FB8-1FFD8FFF9AD1}"/>
          </ac:picMkLst>
        </pc:picChg>
      </pc:sldChg>
      <pc:sldChg chg="addSp delSp modSp new mod setBg modAnim">
        <pc:chgData name="Alejandro Rabanal Camúñez" userId="d031db2110891a90" providerId="LiveId" clId="{2494E348-1CEF-499B-BA11-97E425265F0C}" dt="2025-12-10T17:22:08.301" v="1200" actId="1076"/>
        <pc:sldMkLst>
          <pc:docMk/>
          <pc:sldMk cId="1127448010" sldId="258"/>
        </pc:sldMkLst>
        <pc:spChg chg="del">
          <ac:chgData name="Alejandro Rabanal Camúñez" userId="d031db2110891a90" providerId="LiveId" clId="{2494E348-1CEF-499B-BA11-97E425265F0C}" dt="2025-12-09T15:26:50.288" v="125" actId="478"/>
          <ac:spMkLst>
            <pc:docMk/>
            <pc:sldMk cId="1127448010" sldId="258"/>
            <ac:spMk id="2" creationId="{391726F7-1D1F-06FB-F58C-279576E52FC7}"/>
          </ac:spMkLst>
        </pc:spChg>
        <pc:spChg chg="del">
          <ac:chgData name="Alejandro Rabanal Camúñez" userId="d031db2110891a90" providerId="LiveId" clId="{2494E348-1CEF-499B-BA11-97E425265F0C}" dt="2025-12-09T15:26:52.076" v="126" actId="478"/>
          <ac:spMkLst>
            <pc:docMk/>
            <pc:sldMk cId="1127448010" sldId="258"/>
            <ac:spMk id="3" creationId="{BA687713-67BA-1F46-2E6E-420B4FC618A4}"/>
          </ac:spMkLst>
        </pc:spChg>
        <pc:spChg chg="add del mod">
          <ac:chgData name="Alejandro Rabanal Camúñez" userId="d031db2110891a90" providerId="LiveId" clId="{2494E348-1CEF-499B-BA11-97E425265F0C}" dt="2025-12-09T15:38:05.451" v="142" actId="478"/>
          <ac:spMkLst>
            <pc:docMk/>
            <pc:sldMk cId="1127448010" sldId="258"/>
            <ac:spMk id="6" creationId="{1B338D64-D6DD-3B10-90CA-E85C8D4B80C8}"/>
          </ac:spMkLst>
        </pc:spChg>
        <pc:spChg chg="add del mod">
          <ac:chgData name="Alejandro Rabanal Camúñez" userId="d031db2110891a90" providerId="LiveId" clId="{2494E348-1CEF-499B-BA11-97E425265F0C}" dt="2025-12-09T15:45:52.858" v="145"/>
          <ac:spMkLst>
            <pc:docMk/>
            <pc:sldMk cId="1127448010" sldId="258"/>
            <ac:spMk id="7" creationId="{CCC13B33-34A3-8B73-E22C-A9075BA3E9CC}"/>
          </ac:spMkLst>
        </pc:spChg>
        <pc:spChg chg="add mod">
          <ac:chgData name="Alejandro Rabanal Camúñez" userId="d031db2110891a90" providerId="LiveId" clId="{2494E348-1CEF-499B-BA11-97E425265F0C}" dt="2025-12-10T17:17:52.348" v="1116" actId="1076"/>
          <ac:spMkLst>
            <pc:docMk/>
            <pc:sldMk cId="1127448010" sldId="258"/>
            <ac:spMk id="8" creationId="{03FAC7DA-47C8-82D6-1C80-E46B0977B779}"/>
          </ac:spMkLst>
        </pc:spChg>
        <pc:spChg chg="add mod">
          <ac:chgData name="Alejandro Rabanal Camúñez" userId="d031db2110891a90" providerId="LiveId" clId="{2494E348-1CEF-499B-BA11-97E425265F0C}" dt="2025-12-10T17:19:30.459" v="1167" actId="1076"/>
          <ac:spMkLst>
            <pc:docMk/>
            <pc:sldMk cId="1127448010" sldId="258"/>
            <ac:spMk id="19" creationId="{3EE7251A-D9F2-7162-84D6-656A4A1D33D6}"/>
          </ac:spMkLst>
        </pc:spChg>
        <pc:spChg chg="add mod">
          <ac:chgData name="Alejandro Rabanal Camúñez" userId="d031db2110891a90" providerId="LiveId" clId="{2494E348-1CEF-499B-BA11-97E425265F0C}" dt="2025-12-10T17:21:26.269" v="1188" actId="1076"/>
          <ac:spMkLst>
            <pc:docMk/>
            <pc:sldMk cId="1127448010" sldId="258"/>
            <ac:spMk id="20" creationId="{D3E6245F-5636-E651-C4F7-7EA9F9D03050}"/>
          </ac:spMkLst>
        </pc:spChg>
        <pc:spChg chg="add mod">
          <ac:chgData name="Alejandro Rabanal Camúñez" userId="d031db2110891a90" providerId="LiveId" clId="{2494E348-1CEF-499B-BA11-97E425265F0C}" dt="2025-12-10T17:21:26.269" v="1188" actId="1076"/>
          <ac:spMkLst>
            <pc:docMk/>
            <pc:sldMk cId="1127448010" sldId="258"/>
            <ac:spMk id="21" creationId="{933955BA-3C80-C26A-9A07-9FF098FDC29E}"/>
          </ac:spMkLst>
        </pc:spChg>
        <pc:spChg chg="add mod">
          <ac:chgData name="Alejandro Rabanal Camúñez" userId="d031db2110891a90" providerId="LiveId" clId="{2494E348-1CEF-499B-BA11-97E425265F0C}" dt="2025-12-10T17:21:26.269" v="1188" actId="1076"/>
          <ac:spMkLst>
            <pc:docMk/>
            <pc:sldMk cId="1127448010" sldId="258"/>
            <ac:spMk id="22" creationId="{88ECEC03-257F-4E9A-83FD-E6949ECC8BE2}"/>
          </ac:spMkLst>
        </pc:spChg>
        <pc:spChg chg="add mod">
          <ac:chgData name="Alejandro Rabanal Camúñez" userId="d031db2110891a90" providerId="LiveId" clId="{2494E348-1CEF-499B-BA11-97E425265F0C}" dt="2025-12-10T17:21:45.420" v="1192" actId="1076"/>
          <ac:spMkLst>
            <pc:docMk/>
            <pc:sldMk cId="1127448010" sldId="258"/>
            <ac:spMk id="23" creationId="{5EF1E368-BEB5-427E-E31C-F9C4DD68A240}"/>
          </ac:spMkLst>
        </pc:spChg>
        <pc:spChg chg="add mod">
          <ac:chgData name="Alejandro Rabanal Camúñez" userId="d031db2110891a90" providerId="LiveId" clId="{2494E348-1CEF-499B-BA11-97E425265F0C}" dt="2025-12-10T17:21:57.769" v="1196" actId="1076"/>
          <ac:spMkLst>
            <pc:docMk/>
            <pc:sldMk cId="1127448010" sldId="258"/>
            <ac:spMk id="24" creationId="{6EC30910-B5C3-43F6-D744-C9CE568BA7FE}"/>
          </ac:spMkLst>
        </pc:spChg>
        <pc:spChg chg="add mod">
          <ac:chgData name="Alejandro Rabanal Camúñez" userId="d031db2110891a90" providerId="LiveId" clId="{2494E348-1CEF-499B-BA11-97E425265F0C}" dt="2025-12-10T17:22:08.301" v="1200" actId="1076"/>
          <ac:spMkLst>
            <pc:docMk/>
            <pc:sldMk cId="1127448010" sldId="258"/>
            <ac:spMk id="25" creationId="{DCAA7EDA-BC71-F6AA-F1F8-32A96C882006}"/>
          </ac:spMkLst>
        </pc:spChg>
        <pc:picChg chg="add del mod">
          <ac:chgData name="Alejandro Rabanal Camúñez" userId="d031db2110891a90" providerId="LiveId" clId="{2494E348-1CEF-499B-BA11-97E425265F0C}" dt="2025-12-10T17:16:17.890" v="1101" actId="478"/>
          <ac:picMkLst>
            <pc:docMk/>
            <pc:sldMk cId="1127448010" sldId="258"/>
            <ac:picMk id="3" creationId="{453FFD71-969E-9436-BBF1-AA36684F71E0}"/>
          </ac:picMkLst>
        </pc:picChg>
        <pc:picChg chg="add del mod">
          <ac:chgData name="Alejandro Rabanal Camúñez" userId="d031db2110891a90" providerId="LiveId" clId="{2494E348-1CEF-499B-BA11-97E425265F0C}" dt="2025-12-09T15:38:02.591" v="141" actId="478"/>
          <ac:picMkLst>
            <pc:docMk/>
            <pc:sldMk cId="1127448010" sldId="258"/>
            <ac:picMk id="5" creationId="{4D3A5B03-5579-BF35-4EF0-269666A0DBA1}"/>
          </ac:picMkLst>
        </pc:picChg>
        <pc:picChg chg="add mod">
          <ac:chgData name="Alejandro Rabanal Camúñez" userId="d031db2110891a90" providerId="LiveId" clId="{2494E348-1CEF-499B-BA11-97E425265F0C}" dt="2025-12-10T17:21:26.269" v="1188" actId="1076"/>
          <ac:picMkLst>
            <pc:docMk/>
            <pc:sldMk cId="1127448010" sldId="258"/>
            <ac:picMk id="5" creationId="{DA390286-2907-D6A1-F96C-6F56471C4A38}"/>
          </ac:picMkLst>
        </pc:picChg>
        <pc:picChg chg="add mod">
          <ac:chgData name="Alejandro Rabanal Camúñez" userId="d031db2110891a90" providerId="LiveId" clId="{2494E348-1CEF-499B-BA11-97E425265F0C}" dt="2025-12-10T17:21:26.269" v="1188" actId="1076"/>
          <ac:picMkLst>
            <pc:docMk/>
            <pc:sldMk cId="1127448010" sldId="258"/>
            <ac:picMk id="7" creationId="{D0FBFB0C-C326-D113-263C-908A7363715E}"/>
          </ac:picMkLst>
        </pc:picChg>
        <pc:picChg chg="add del mod">
          <ac:chgData name="Alejandro Rabanal Camúñez" userId="d031db2110891a90" providerId="LiveId" clId="{2494E348-1CEF-499B-BA11-97E425265F0C}" dt="2025-12-10T17:15:13.510" v="1075" actId="478"/>
          <ac:picMkLst>
            <pc:docMk/>
            <pc:sldMk cId="1127448010" sldId="258"/>
            <ac:picMk id="10" creationId="{F5991D29-407C-4FC9-9D4B-499BA31EA7F9}"/>
          </ac:picMkLst>
        </pc:picChg>
        <pc:picChg chg="add mod">
          <ac:chgData name="Alejandro Rabanal Camúñez" userId="d031db2110891a90" providerId="LiveId" clId="{2494E348-1CEF-499B-BA11-97E425265F0C}" dt="2025-12-10T17:21:26.269" v="1188" actId="1076"/>
          <ac:picMkLst>
            <pc:docMk/>
            <pc:sldMk cId="1127448010" sldId="258"/>
            <ac:picMk id="11" creationId="{9AC1AEBC-F5D3-83DD-B391-71D255E37B0E}"/>
          </ac:picMkLst>
        </pc:picChg>
        <pc:picChg chg="add del mod">
          <ac:chgData name="Alejandro Rabanal Camúñez" userId="d031db2110891a90" providerId="LiveId" clId="{2494E348-1CEF-499B-BA11-97E425265F0C}" dt="2025-12-10T17:16:16.469" v="1100" actId="478"/>
          <ac:picMkLst>
            <pc:docMk/>
            <pc:sldMk cId="1127448010" sldId="258"/>
            <ac:picMk id="12" creationId="{F868104D-623C-7CDD-6BD4-B3F29DE699D6}"/>
          </ac:picMkLst>
        </pc:picChg>
        <pc:picChg chg="add mod">
          <ac:chgData name="Alejandro Rabanal Camúñez" userId="d031db2110891a90" providerId="LiveId" clId="{2494E348-1CEF-499B-BA11-97E425265F0C}" dt="2025-12-10T17:21:05.472" v="1185" actId="1076"/>
          <ac:picMkLst>
            <pc:docMk/>
            <pc:sldMk cId="1127448010" sldId="258"/>
            <ac:picMk id="14" creationId="{AFED2CED-1F33-86F8-09DD-3C637365E899}"/>
          </ac:picMkLst>
        </pc:picChg>
        <pc:picChg chg="add mod">
          <ac:chgData name="Alejandro Rabanal Camúñez" userId="d031db2110891a90" providerId="LiveId" clId="{2494E348-1CEF-499B-BA11-97E425265F0C}" dt="2025-12-10T17:18:16.042" v="1122" actId="1076"/>
          <ac:picMkLst>
            <pc:docMk/>
            <pc:sldMk cId="1127448010" sldId="258"/>
            <ac:picMk id="16" creationId="{91959578-2332-490D-91F8-A2EA7F57633B}"/>
          </ac:picMkLst>
        </pc:picChg>
        <pc:picChg chg="add mod">
          <ac:chgData name="Alejandro Rabanal Camúñez" userId="d031db2110891a90" providerId="LiveId" clId="{2494E348-1CEF-499B-BA11-97E425265F0C}" dt="2025-12-10T17:21:18.657" v="1187" actId="1076"/>
          <ac:picMkLst>
            <pc:docMk/>
            <pc:sldMk cId="1127448010" sldId="258"/>
            <ac:picMk id="18" creationId="{00ADBB5D-651D-5108-5492-5ECFE8FE2B04}"/>
          </ac:picMkLst>
        </pc:picChg>
      </pc:sldChg>
      <pc:sldChg chg="addSp delSp modSp new mod ord setBg">
        <pc:chgData name="Alejandro Rabanal Camúñez" userId="d031db2110891a90" providerId="LiveId" clId="{2494E348-1CEF-499B-BA11-97E425265F0C}" dt="2025-12-09T16:09:50.314" v="380"/>
        <pc:sldMkLst>
          <pc:docMk/>
          <pc:sldMk cId="686756838" sldId="259"/>
        </pc:sldMkLst>
        <pc:spChg chg="del">
          <ac:chgData name="Alejandro Rabanal Camúñez" userId="d031db2110891a90" providerId="LiveId" clId="{2494E348-1CEF-499B-BA11-97E425265F0C}" dt="2025-12-09T15:55:07.981" v="265" actId="478"/>
          <ac:spMkLst>
            <pc:docMk/>
            <pc:sldMk cId="686756838" sldId="259"/>
            <ac:spMk id="2" creationId="{86E75C12-2D7E-DE2E-05A8-60B0E4F20874}"/>
          </ac:spMkLst>
        </pc:spChg>
        <pc:spChg chg="mod">
          <ac:chgData name="Alejandro Rabanal Camúñez" userId="d031db2110891a90" providerId="LiveId" clId="{2494E348-1CEF-499B-BA11-97E425265F0C}" dt="2025-12-09T16:05:52.406" v="345" actId="1076"/>
          <ac:spMkLst>
            <pc:docMk/>
            <pc:sldMk cId="686756838" sldId="259"/>
            <ac:spMk id="3" creationId="{9D564EDD-F7A7-4D5E-5DEB-FCFDBC662D0C}"/>
          </ac:spMkLst>
        </pc:spChg>
        <pc:spChg chg="add mod ord">
          <ac:chgData name="Alejandro Rabanal Camúñez" userId="d031db2110891a90" providerId="LiveId" clId="{2494E348-1CEF-499B-BA11-97E425265F0C}" dt="2025-12-09T16:09:31.315" v="378" actId="207"/>
          <ac:spMkLst>
            <pc:docMk/>
            <pc:sldMk cId="686756838" sldId="259"/>
            <ac:spMk id="6" creationId="{DBE5A69A-D323-42AA-2FCC-9766253FFC71}"/>
          </ac:spMkLst>
        </pc:spChg>
        <pc:spChg chg="add mod">
          <ac:chgData name="Alejandro Rabanal Camúñez" userId="d031db2110891a90" providerId="LiveId" clId="{2494E348-1CEF-499B-BA11-97E425265F0C}" dt="2025-12-09T16:09:13.284" v="374" actId="1076"/>
          <ac:spMkLst>
            <pc:docMk/>
            <pc:sldMk cId="686756838" sldId="259"/>
            <ac:spMk id="7" creationId="{9DD52115-EDB7-DC9D-C5B2-B926DF586D60}"/>
          </ac:spMkLst>
        </pc:spChg>
        <pc:spChg chg="add mod ord">
          <ac:chgData name="Alejandro Rabanal Camúñez" userId="d031db2110891a90" providerId="LiveId" clId="{2494E348-1CEF-499B-BA11-97E425265F0C}" dt="2025-12-09T16:09:37.784" v="379" actId="207"/>
          <ac:spMkLst>
            <pc:docMk/>
            <pc:sldMk cId="686756838" sldId="259"/>
            <ac:spMk id="8" creationId="{A6852710-93CE-4F96-0D47-C8C4E2860BB6}"/>
          </ac:spMkLst>
        </pc:spChg>
      </pc:sldChg>
      <pc:sldChg chg="modSp add mod modTransition">
        <pc:chgData name="Alejandro Rabanal Camúñez" userId="d031db2110891a90" providerId="LiveId" clId="{2494E348-1CEF-499B-BA11-97E425265F0C}" dt="2025-12-10T16:24:49.439" v="1067"/>
        <pc:sldMkLst>
          <pc:docMk/>
          <pc:sldMk cId="4191649694" sldId="260"/>
        </pc:sldMkLst>
        <pc:spChg chg="mod">
          <ac:chgData name="Alejandro Rabanal Camúñez" userId="d031db2110891a90" providerId="LiveId" clId="{2494E348-1CEF-499B-BA11-97E425265F0C}" dt="2025-12-10T16:03:06.373" v="414" actId="1076"/>
          <ac:spMkLst>
            <pc:docMk/>
            <pc:sldMk cId="4191649694" sldId="260"/>
            <ac:spMk id="8" creationId="{CAE9945A-90B6-4055-0BEE-B0C8298E7BC8}"/>
          </ac:spMkLst>
        </pc:spChg>
        <pc:spChg chg="mod">
          <ac:chgData name="Alejandro Rabanal Camúñez" userId="d031db2110891a90" providerId="LiveId" clId="{2494E348-1CEF-499B-BA11-97E425265F0C}" dt="2025-12-10T16:03:12.519" v="415" actId="1076"/>
          <ac:spMkLst>
            <pc:docMk/>
            <pc:sldMk cId="4191649694" sldId="260"/>
            <ac:spMk id="11" creationId="{0DBC3420-723E-299D-9F3A-BB2AB6D79726}"/>
          </ac:spMkLst>
        </pc:spChg>
      </pc:sldChg>
      <pc:sldChg chg="addSp delSp modSp new mod setBg">
        <pc:chgData name="Alejandro Rabanal Camúñez" userId="d031db2110891a90" providerId="LiveId" clId="{2494E348-1CEF-499B-BA11-97E425265F0C}" dt="2025-12-10T16:23:58.165" v="1066" actId="1076"/>
        <pc:sldMkLst>
          <pc:docMk/>
          <pc:sldMk cId="2715770268" sldId="261"/>
        </pc:sldMkLst>
        <pc:spChg chg="del">
          <ac:chgData name="Alejandro Rabanal Camúñez" userId="d031db2110891a90" providerId="LiveId" clId="{2494E348-1CEF-499B-BA11-97E425265F0C}" dt="2025-12-10T16:07:18.984" v="452" actId="478"/>
          <ac:spMkLst>
            <pc:docMk/>
            <pc:sldMk cId="2715770268" sldId="261"/>
            <ac:spMk id="2" creationId="{B5AFC0B1-BF89-CD31-F213-55B2955FA2C0}"/>
          </ac:spMkLst>
        </pc:spChg>
        <pc:spChg chg="del">
          <ac:chgData name="Alejandro Rabanal Camúñez" userId="d031db2110891a90" providerId="LiveId" clId="{2494E348-1CEF-499B-BA11-97E425265F0C}" dt="2025-12-10T16:07:16.257" v="451" actId="478"/>
          <ac:spMkLst>
            <pc:docMk/>
            <pc:sldMk cId="2715770268" sldId="261"/>
            <ac:spMk id="3" creationId="{91A1367A-BE69-02E0-F1C1-ABD9DA98A870}"/>
          </ac:spMkLst>
        </pc:spChg>
        <pc:spChg chg="add mod">
          <ac:chgData name="Alejandro Rabanal Camúñez" userId="d031db2110891a90" providerId="LiveId" clId="{2494E348-1CEF-499B-BA11-97E425265F0C}" dt="2025-12-10T16:23:58.165" v="1066" actId="1076"/>
          <ac:spMkLst>
            <pc:docMk/>
            <pc:sldMk cId="2715770268" sldId="261"/>
            <ac:spMk id="10" creationId="{5777475D-A266-09B1-B11D-FCF373FA268D}"/>
          </ac:spMkLst>
        </pc:spChg>
        <pc:spChg chg="add del">
          <ac:chgData name="Alejandro Rabanal Camúñez" userId="d031db2110891a90" providerId="LiveId" clId="{2494E348-1CEF-499B-BA11-97E425265F0C}" dt="2025-12-10T16:08:30.091" v="459" actId="26606"/>
          <ac:spMkLst>
            <pc:docMk/>
            <pc:sldMk cId="2715770268" sldId="261"/>
            <ac:spMk id="1028" creationId="{AB8C311F-7253-4AED-9701-7FC0708C41C7}"/>
          </ac:spMkLst>
        </pc:spChg>
        <pc:spChg chg="add del">
          <ac:chgData name="Alejandro Rabanal Camúñez" userId="d031db2110891a90" providerId="LiveId" clId="{2494E348-1CEF-499B-BA11-97E425265F0C}" dt="2025-12-10T16:07:39.327" v="457" actId="26606"/>
          <ac:spMkLst>
            <pc:docMk/>
            <pc:sldMk cId="2715770268" sldId="261"/>
            <ac:spMk id="1031" creationId="{42A4FC2C-047E-45A5-965D-8E1E3BF09BC6}"/>
          </ac:spMkLst>
        </pc:spChg>
        <pc:spChg chg="add del">
          <ac:chgData name="Alejandro Rabanal Camúñez" userId="d031db2110891a90" providerId="LiveId" clId="{2494E348-1CEF-499B-BA11-97E425265F0C}" dt="2025-12-10T16:08:30.091" v="459" actId="26606"/>
          <ac:spMkLst>
            <pc:docMk/>
            <pc:sldMk cId="2715770268" sldId="261"/>
            <ac:spMk id="1033" creationId="{E2384209-CB15-4CDF-9D31-C44FD9A3F20D}"/>
          </ac:spMkLst>
        </pc:spChg>
        <pc:spChg chg="add del">
          <ac:chgData name="Alejandro Rabanal Camúñez" userId="d031db2110891a90" providerId="LiveId" clId="{2494E348-1CEF-499B-BA11-97E425265F0C}" dt="2025-12-10T16:08:30.091" v="459" actId="26606"/>
          <ac:spMkLst>
            <pc:docMk/>
            <pc:sldMk cId="2715770268" sldId="261"/>
            <ac:spMk id="1035" creationId="{2633B3B5-CC90-43F0-8714-D31D1F3F0209}"/>
          </ac:spMkLst>
        </pc:spChg>
        <pc:spChg chg="add del">
          <ac:chgData name="Alejandro Rabanal Camúñez" userId="d031db2110891a90" providerId="LiveId" clId="{2494E348-1CEF-499B-BA11-97E425265F0C}" dt="2025-12-10T16:08:30.091" v="459" actId="26606"/>
          <ac:spMkLst>
            <pc:docMk/>
            <pc:sldMk cId="2715770268" sldId="261"/>
            <ac:spMk id="1037" creationId="{A8D57A06-A426-446D-B02C-A2DC6B62E45E}"/>
          </ac:spMkLst>
        </pc:spChg>
        <pc:graphicFrameChg chg="add del mod">
          <ac:chgData name="Alejandro Rabanal Camúñez" userId="d031db2110891a90" providerId="LiveId" clId="{2494E348-1CEF-499B-BA11-97E425265F0C}" dt="2025-12-10T16:15:40.254" v="852" actId="478"/>
          <ac:graphicFrameMkLst>
            <pc:docMk/>
            <pc:sldMk cId="2715770268" sldId="261"/>
            <ac:graphicFrameMk id="6" creationId="{71B57642-241F-5B03-1B68-0623C1197CFA}"/>
          </ac:graphicFrameMkLst>
        </pc:graphicFrameChg>
        <pc:graphicFrameChg chg="add mod">
          <ac:chgData name="Alejandro Rabanal Camúñez" userId="d031db2110891a90" providerId="LiveId" clId="{2494E348-1CEF-499B-BA11-97E425265F0C}" dt="2025-12-10T16:23:54.906" v="1065" actId="1076"/>
          <ac:graphicFrameMkLst>
            <pc:docMk/>
            <pc:sldMk cId="2715770268" sldId="261"/>
            <ac:graphicFrameMk id="9" creationId="{E93F6815-106B-6DE7-10BA-C0EE50BDF037}"/>
          </ac:graphicFrameMkLst>
        </pc:graphicFrameChg>
        <pc:picChg chg="add del mod">
          <ac:chgData name="Alejandro Rabanal Camúñez" userId="d031db2110891a90" providerId="LiveId" clId="{2494E348-1CEF-499B-BA11-97E425265F0C}" dt="2025-12-10T16:08:31.637" v="460" actId="478"/>
          <ac:picMkLst>
            <pc:docMk/>
            <pc:sldMk cId="2715770268" sldId="261"/>
            <ac:picMk id="1026" creationId="{3F464758-899E-8671-F962-82C691F89A82}"/>
          </ac:picMkLst>
        </pc:picChg>
      </pc:sldChg>
      <pc:sldChg chg="addSp delSp modSp new mod setBg">
        <pc:chgData name="Alejandro Rabanal Camúñez" userId="d031db2110891a90" providerId="LiveId" clId="{2494E348-1CEF-499B-BA11-97E425265F0C}" dt="2025-12-10T17:39:07.621" v="1231" actId="1076"/>
        <pc:sldMkLst>
          <pc:docMk/>
          <pc:sldMk cId="2744893034" sldId="262"/>
        </pc:sldMkLst>
        <pc:spChg chg="del">
          <ac:chgData name="Alejandro Rabanal Camúñez" userId="d031db2110891a90" providerId="LiveId" clId="{2494E348-1CEF-499B-BA11-97E425265F0C}" dt="2025-12-10T17:28:28.916" v="1202" actId="478"/>
          <ac:spMkLst>
            <pc:docMk/>
            <pc:sldMk cId="2744893034" sldId="262"/>
            <ac:spMk id="2" creationId="{03240BBD-343C-8E6A-DD81-239D719615D7}"/>
          </ac:spMkLst>
        </pc:spChg>
        <pc:spChg chg="del">
          <ac:chgData name="Alejandro Rabanal Camúñez" userId="d031db2110891a90" providerId="LiveId" clId="{2494E348-1CEF-499B-BA11-97E425265F0C}" dt="2025-12-10T17:28:29.856" v="1203" actId="478"/>
          <ac:spMkLst>
            <pc:docMk/>
            <pc:sldMk cId="2744893034" sldId="262"/>
            <ac:spMk id="3" creationId="{C84B042E-BED6-1547-00E7-4188487009C1}"/>
          </ac:spMkLst>
        </pc:spChg>
        <pc:picChg chg="add del mod">
          <ac:chgData name="Alejandro Rabanal Camúñez" userId="d031db2110891a90" providerId="LiveId" clId="{2494E348-1CEF-499B-BA11-97E425265F0C}" dt="2025-12-10T17:37:15.166" v="1217" actId="478"/>
          <ac:picMkLst>
            <pc:docMk/>
            <pc:sldMk cId="2744893034" sldId="262"/>
            <ac:picMk id="4" creationId="{A408E0A1-F16D-6D83-9460-AC7804EA4E59}"/>
          </ac:picMkLst>
        </pc:picChg>
        <pc:picChg chg="add mod">
          <ac:chgData name="Alejandro Rabanal Camúñez" userId="d031db2110891a90" providerId="LiveId" clId="{2494E348-1CEF-499B-BA11-97E425265F0C}" dt="2025-12-10T17:39:07.621" v="1231" actId="1076"/>
          <ac:picMkLst>
            <pc:docMk/>
            <pc:sldMk cId="2744893034" sldId="262"/>
            <ac:picMk id="5" creationId="{4D2799A0-5C31-F61A-879C-98A2766E76C1}"/>
          </ac:picMkLst>
        </pc:picChg>
      </pc:sldChg>
      <pc:sldChg chg="addSp delSp modSp new mod setBg">
        <pc:chgData name="Alejandro Rabanal Camúñez" userId="d031db2110891a90" providerId="LiveId" clId="{2494E348-1CEF-499B-BA11-97E425265F0C}" dt="2025-12-10T17:58:47.789" v="1342" actId="20577"/>
        <pc:sldMkLst>
          <pc:docMk/>
          <pc:sldMk cId="2349754068" sldId="263"/>
        </pc:sldMkLst>
        <pc:spChg chg="del">
          <ac:chgData name="Alejandro Rabanal Camúñez" userId="d031db2110891a90" providerId="LiveId" clId="{2494E348-1CEF-499B-BA11-97E425265F0C}" dt="2025-12-10T17:38:40.125" v="1224" actId="478"/>
          <ac:spMkLst>
            <pc:docMk/>
            <pc:sldMk cId="2349754068" sldId="263"/>
            <ac:spMk id="2" creationId="{309F35A3-C61A-2D15-142B-A85F82F3BF40}"/>
          </ac:spMkLst>
        </pc:spChg>
        <pc:spChg chg="del">
          <ac:chgData name="Alejandro Rabanal Camúñez" userId="d031db2110891a90" providerId="LiveId" clId="{2494E348-1CEF-499B-BA11-97E425265F0C}" dt="2025-12-10T17:38:37.859" v="1223" actId="478"/>
          <ac:spMkLst>
            <pc:docMk/>
            <pc:sldMk cId="2349754068" sldId="263"/>
            <ac:spMk id="3" creationId="{88EA442C-92B4-9163-4507-69566112A1C9}"/>
          </ac:spMkLst>
        </pc:spChg>
        <pc:spChg chg="add del mod">
          <ac:chgData name="Alejandro Rabanal Camúñez" userId="d031db2110891a90" providerId="LiveId" clId="{2494E348-1CEF-499B-BA11-97E425265F0C}" dt="2025-12-10T17:58:41.727" v="1318"/>
          <ac:spMkLst>
            <pc:docMk/>
            <pc:sldMk cId="2349754068" sldId="263"/>
            <ac:spMk id="4" creationId="{59F6171A-CC20-D6FD-3D8B-933FF5580CD9}"/>
          </ac:spMkLst>
        </pc:spChg>
        <pc:spChg chg="add del mod">
          <ac:chgData name="Alejandro Rabanal Camúñez" userId="d031db2110891a90" providerId="LiveId" clId="{2494E348-1CEF-499B-BA11-97E425265F0C}" dt="2025-12-10T17:54:24.600" v="1277" actId="478"/>
          <ac:spMkLst>
            <pc:docMk/>
            <pc:sldMk cId="2349754068" sldId="263"/>
            <ac:spMk id="5" creationId="{284E48F4-5C25-97EF-F1FB-FE211D8D7F9D}"/>
          </ac:spMkLst>
        </pc:spChg>
        <pc:spChg chg="add del mod">
          <ac:chgData name="Alejandro Rabanal Camúñez" userId="d031db2110891a90" providerId="LiveId" clId="{2494E348-1CEF-499B-BA11-97E425265F0C}" dt="2025-12-10T17:54:11.015" v="1275" actId="478"/>
          <ac:spMkLst>
            <pc:docMk/>
            <pc:sldMk cId="2349754068" sldId="263"/>
            <ac:spMk id="8" creationId="{F6DBD3F9-B3ED-D98E-8BBB-1C8524B13FF2}"/>
          </ac:spMkLst>
        </pc:spChg>
        <pc:spChg chg="add mod">
          <ac:chgData name="Alejandro Rabanal Camúñez" userId="d031db2110891a90" providerId="LiveId" clId="{2494E348-1CEF-499B-BA11-97E425265F0C}" dt="2025-12-10T17:53:56.360" v="1270" actId="1076"/>
          <ac:spMkLst>
            <pc:docMk/>
            <pc:sldMk cId="2349754068" sldId="263"/>
            <ac:spMk id="9" creationId="{00F7F33E-8998-5BD3-72E9-DF4D70A754B9}"/>
          </ac:spMkLst>
        </pc:spChg>
        <pc:graphicFrameChg chg="add mod">
          <ac:chgData name="Alejandro Rabanal Camúñez" userId="d031db2110891a90" providerId="LiveId" clId="{2494E348-1CEF-499B-BA11-97E425265F0C}" dt="2025-12-10T17:58:47.789" v="1342" actId="20577"/>
          <ac:graphicFrameMkLst>
            <pc:docMk/>
            <pc:sldMk cId="2349754068" sldId="263"/>
            <ac:graphicFrameMk id="12" creationId="{54D748B5-6F35-EDFC-58DD-6B332A24192D}"/>
          </ac:graphicFrameMkLst>
        </pc:graphicFrameChg>
        <pc:cxnChg chg="add del">
          <ac:chgData name="Alejandro Rabanal Camúñez" userId="d031db2110891a90" providerId="LiveId" clId="{2494E348-1CEF-499B-BA11-97E425265F0C}" dt="2025-12-10T17:54:20.588" v="1276" actId="478"/>
          <ac:cxnSpMkLst>
            <pc:docMk/>
            <pc:sldMk cId="2349754068" sldId="263"/>
            <ac:cxnSpMk id="7" creationId="{4809376E-18BA-DD34-D73A-4401290E30C9}"/>
          </ac:cxnSpMkLst>
        </pc:cxnChg>
      </pc:sldChg>
      <pc:sldChg chg="addSp delSp modSp new mod setBg addAnim delAnim modAnim">
        <pc:chgData name="Alejandro Rabanal Camúñez" userId="d031db2110891a90" providerId="LiveId" clId="{2494E348-1CEF-499B-BA11-97E425265F0C}" dt="2025-12-10T18:11:15.036" v="1485"/>
        <pc:sldMkLst>
          <pc:docMk/>
          <pc:sldMk cId="479699385" sldId="264"/>
        </pc:sldMkLst>
        <pc:spChg chg="del">
          <ac:chgData name="Alejandro Rabanal Camúñez" userId="d031db2110891a90" providerId="LiveId" clId="{2494E348-1CEF-499B-BA11-97E425265F0C}" dt="2025-12-10T17:38:47.623" v="1227" actId="478"/>
          <ac:spMkLst>
            <pc:docMk/>
            <pc:sldMk cId="479699385" sldId="264"/>
            <ac:spMk id="2" creationId="{E6A32903-22B6-1260-E6A8-184014641885}"/>
          </ac:spMkLst>
        </pc:spChg>
        <pc:spChg chg="del">
          <ac:chgData name="Alejandro Rabanal Camúñez" userId="d031db2110891a90" providerId="LiveId" clId="{2494E348-1CEF-499B-BA11-97E425265F0C}" dt="2025-12-10T17:38:44.250" v="1226" actId="478"/>
          <ac:spMkLst>
            <pc:docMk/>
            <pc:sldMk cId="479699385" sldId="264"/>
            <ac:spMk id="3" creationId="{62E03BF1-D836-6DEB-4599-55472F702C45}"/>
          </ac:spMkLst>
        </pc:spChg>
        <pc:spChg chg="add del mod">
          <ac:chgData name="Alejandro Rabanal Camúñez" userId="d031db2110891a90" providerId="LiveId" clId="{2494E348-1CEF-499B-BA11-97E425265F0C}" dt="2025-12-10T18:05:52.896" v="1351"/>
          <ac:spMkLst>
            <pc:docMk/>
            <pc:sldMk cId="479699385" sldId="264"/>
            <ac:spMk id="7" creationId="{F8061B17-9CAC-00E6-5EB2-A8144D049B76}"/>
          </ac:spMkLst>
        </pc:spChg>
        <pc:spChg chg="add mod">
          <ac:chgData name="Alejandro Rabanal Camúñez" userId="d031db2110891a90" providerId="LiveId" clId="{2494E348-1CEF-499B-BA11-97E425265F0C}" dt="2025-12-10T18:06:21.335" v="1378" actId="1076"/>
          <ac:spMkLst>
            <pc:docMk/>
            <pc:sldMk cId="479699385" sldId="264"/>
            <ac:spMk id="10" creationId="{61DD4978-6E46-E672-E725-459BB0700569}"/>
          </ac:spMkLst>
        </pc:spChg>
        <pc:spChg chg="add mod">
          <ac:chgData name="Alejandro Rabanal Camúñez" userId="d031db2110891a90" providerId="LiveId" clId="{2494E348-1CEF-499B-BA11-97E425265F0C}" dt="2025-12-10T18:07:33.306" v="1409" actId="1076"/>
          <ac:spMkLst>
            <pc:docMk/>
            <pc:sldMk cId="479699385" sldId="264"/>
            <ac:spMk id="11" creationId="{F760F958-5E35-1C00-E9BB-0DD5003B117A}"/>
          </ac:spMkLst>
        </pc:spChg>
        <pc:spChg chg="add del mod">
          <ac:chgData name="Alejandro Rabanal Camúñez" userId="d031db2110891a90" providerId="LiveId" clId="{2494E348-1CEF-499B-BA11-97E425265F0C}" dt="2025-12-10T18:08:02.274" v="1413" actId="478"/>
          <ac:spMkLst>
            <pc:docMk/>
            <pc:sldMk cId="479699385" sldId="264"/>
            <ac:spMk id="12" creationId="{C2C53B2A-60BB-AB6A-1A2F-34DCF964E824}"/>
          </ac:spMkLst>
        </pc:spChg>
        <pc:spChg chg="add">
          <ac:chgData name="Alejandro Rabanal Camúñez" userId="d031db2110891a90" providerId="LiveId" clId="{2494E348-1CEF-499B-BA11-97E425265F0C}" dt="2025-12-10T18:08:03.133" v="1414"/>
          <ac:spMkLst>
            <pc:docMk/>
            <pc:sldMk cId="479699385" sldId="264"/>
            <ac:spMk id="13" creationId="{A9C0775C-93B0-CFB8-F74E-2E74C16B601D}"/>
          </ac:spMkLst>
        </pc:spChg>
        <pc:spChg chg="add mod">
          <ac:chgData name="Alejandro Rabanal Camúñez" userId="d031db2110891a90" providerId="LiveId" clId="{2494E348-1CEF-499B-BA11-97E425265F0C}" dt="2025-12-10T18:09:38.925" v="1442" actId="1076"/>
          <ac:spMkLst>
            <pc:docMk/>
            <pc:sldMk cId="479699385" sldId="264"/>
            <ac:spMk id="14" creationId="{2939031B-86A6-E35F-13FD-373F54CBC647}"/>
          </ac:spMkLst>
        </pc:spChg>
        <pc:spChg chg="add mod">
          <ac:chgData name="Alejandro Rabanal Camúñez" userId="d031db2110891a90" providerId="LiveId" clId="{2494E348-1CEF-499B-BA11-97E425265F0C}" dt="2025-12-10T18:10:42.276" v="1476" actId="1076"/>
          <ac:spMkLst>
            <pc:docMk/>
            <pc:sldMk cId="479699385" sldId="264"/>
            <ac:spMk id="15" creationId="{A21D483D-4EC8-E2EA-8E84-106139FE934D}"/>
          </ac:spMkLst>
        </pc:spChg>
        <pc:picChg chg="add mod">
          <ac:chgData name="Alejandro Rabanal Camúñez" userId="d031db2110891a90" providerId="LiveId" clId="{2494E348-1CEF-499B-BA11-97E425265F0C}" dt="2025-12-10T18:07:30.297" v="1408" actId="1076"/>
          <ac:picMkLst>
            <pc:docMk/>
            <pc:sldMk cId="479699385" sldId="264"/>
            <ac:picMk id="2050" creationId="{A50AF586-38BB-D8DA-A41A-C53697591B84}"/>
          </ac:picMkLst>
        </pc:picChg>
        <pc:picChg chg="add">
          <ac:chgData name="Alejandro Rabanal Camúñez" userId="d031db2110891a90" providerId="LiveId" clId="{2494E348-1CEF-499B-BA11-97E425265F0C}" dt="2025-12-10T18:08:24.794" v="1415"/>
          <ac:picMkLst>
            <pc:docMk/>
            <pc:sldMk cId="479699385" sldId="264"/>
            <ac:picMk id="2056" creationId="{3246DA8D-3913-6148-38DD-0C6B5C2EB645}"/>
          </ac:picMkLst>
        </pc:picChg>
        <pc:picChg chg="add mod">
          <ac:chgData name="Alejandro Rabanal Camúñez" userId="d031db2110891a90" providerId="LiveId" clId="{2494E348-1CEF-499B-BA11-97E425265F0C}" dt="2025-12-10T18:09:12.032" v="1419" actId="1076"/>
          <ac:picMkLst>
            <pc:docMk/>
            <pc:sldMk cId="479699385" sldId="264"/>
            <ac:picMk id="2058" creationId="{7E3926EC-9A2C-9B53-BC01-C18A80BB601A}"/>
          </ac:picMkLst>
        </pc:picChg>
        <pc:picChg chg="add mod">
          <ac:chgData name="Alejandro Rabanal Camúñez" userId="d031db2110891a90" providerId="LiveId" clId="{2494E348-1CEF-499B-BA11-97E425265F0C}" dt="2025-12-10T18:10:22.826" v="1447" actId="1076"/>
          <ac:picMkLst>
            <pc:docMk/>
            <pc:sldMk cId="479699385" sldId="264"/>
            <ac:picMk id="2060" creationId="{B2D752B5-6E27-EF89-0FCB-A697215E2638}"/>
          </ac:picMkLst>
        </pc:picChg>
        <pc:cxnChg chg="add mod">
          <ac:chgData name="Alejandro Rabanal Camúñez" userId="d031db2110891a90" providerId="LiveId" clId="{2494E348-1CEF-499B-BA11-97E425265F0C}" dt="2025-12-10T18:06:35.026" v="1380" actId="1076"/>
          <ac:cxnSpMkLst>
            <pc:docMk/>
            <pc:sldMk cId="479699385" sldId="264"/>
            <ac:cxnSpMk id="5" creationId="{902125C1-B303-FAF6-B8F2-A7ABAC168488}"/>
          </ac:cxnSpMkLst>
        </pc:cxnChg>
        <pc:cxnChg chg="add del mod">
          <ac:chgData name="Alejandro Rabanal Camúñez" userId="d031db2110891a90" providerId="LiveId" clId="{2494E348-1CEF-499B-BA11-97E425265F0C}" dt="2025-12-10T18:05:52.894" v="1349" actId="478"/>
          <ac:cxnSpMkLst>
            <pc:docMk/>
            <pc:sldMk cId="479699385" sldId="264"/>
            <ac:cxnSpMk id="6" creationId="{20CFBC79-B86E-35E6-5302-66CDEE132850}"/>
          </ac:cxnSpMkLst>
        </pc:cxnChg>
        <pc:cxnChg chg="add mod">
          <ac:chgData name="Alejandro Rabanal Camúñez" userId="d031db2110891a90" providerId="LiveId" clId="{2494E348-1CEF-499B-BA11-97E425265F0C}" dt="2025-12-10T18:06:32.205" v="1379" actId="1076"/>
          <ac:cxnSpMkLst>
            <pc:docMk/>
            <pc:sldMk cId="479699385" sldId="264"/>
            <ac:cxnSpMk id="9" creationId="{27E1EE72-F2AC-9053-F0E5-C11B819638B0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Tiempo </a:t>
            </a:r>
            <a:r>
              <a:rPr lang="en-US" dirty="0" err="1"/>
              <a:t>empleado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2837-4EF3-80A1-D14AD1B0C8C7}"/>
              </c:ext>
            </c:extLst>
          </c:dPt>
          <c:cat>
            <c:strRef>
              <c:f>Hoja1!$A$2:$A$3</c:f>
              <c:strCache>
                <c:ptCount val="2"/>
                <c:pt idx="0">
                  <c:v>Calculadora</c:v>
                </c:pt>
                <c:pt idx="1">
                  <c:v>Humano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6</c:v>
                </c:pt>
                <c:pt idx="1">
                  <c:v>82.5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37-4EF3-80A1-D14AD1B0C8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18700448"/>
        <c:axId val="1518698528"/>
      </c:barChart>
      <c:catAx>
        <c:axId val="15187004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18698528"/>
        <c:crosses val="autoZero"/>
        <c:auto val="1"/>
        <c:lblAlgn val="ctr"/>
        <c:lblOffset val="100"/>
        <c:noMultiLvlLbl val="0"/>
      </c:catAx>
      <c:valAx>
        <c:axId val="15186985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187004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Tiempo </a:t>
            </a:r>
            <a:r>
              <a:rPr lang="en-US" dirty="0" err="1"/>
              <a:t>empleado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2837-4EF3-80A1-D14AD1B0C8C7}"/>
              </c:ext>
            </c:extLst>
          </c:dPt>
          <c:cat>
            <c:strRef>
              <c:f>Hoja1!$A$2:$A$3</c:f>
              <c:strCache>
                <c:ptCount val="2"/>
                <c:pt idx="0">
                  <c:v>Calculadora</c:v>
                </c:pt>
                <c:pt idx="1">
                  <c:v>El Chivato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6</c:v>
                </c:pt>
                <c:pt idx="1">
                  <c:v>2.7E-4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37-4EF3-80A1-D14AD1B0C8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18700448"/>
        <c:axId val="1518698528"/>
      </c:barChart>
      <c:catAx>
        <c:axId val="15187004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18698528"/>
        <c:crosses val="autoZero"/>
        <c:auto val="1"/>
        <c:lblAlgn val="ctr"/>
        <c:lblOffset val="100"/>
        <c:noMultiLvlLbl val="0"/>
      </c:catAx>
      <c:valAx>
        <c:axId val="15186985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187004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err="1"/>
              <a:t>Monetización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usuario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Euros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499C-4353-84EB-7F2911E2DC72}"/>
              </c:ext>
            </c:extLst>
          </c:dPt>
          <c:dPt>
            <c:idx val="1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99C-4353-84EB-7F2911E2DC72}"/>
              </c:ext>
            </c:extLst>
          </c:dPt>
          <c:dPt>
            <c:idx val="2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499C-4353-84EB-7F2911E2DC72}"/>
              </c:ext>
            </c:extLst>
          </c:dPt>
          <c:dPt>
            <c:idx val="3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99C-4353-84EB-7F2911E2DC72}"/>
              </c:ext>
            </c:extLst>
          </c:dPt>
          <c:cat>
            <c:strRef>
              <c:f>Hoja1!$A$2:$A$5</c:f>
              <c:strCache>
                <c:ptCount val="4"/>
                <c:pt idx="0">
                  <c:v>Gratis</c:v>
                </c:pt>
                <c:pt idx="1">
                  <c:v>Básico</c:v>
                </c:pt>
                <c:pt idx="2">
                  <c:v>Pro</c:v>
                </c:pt>
                <c:pt idx="3">
                  <c:v>Elite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1</c:v>
                </c:pt>
                <c:pt idx="1">
                  <c:v>1.99</c:v>
                </c:pt>
                <c:pt idx="2">
                  <c:v>4.99</c:v>
                </c:pt>
                <c:pt idx="3">
                  <c:v>9.99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9C-4353-84EB-7F2911E2DC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13701535"/>
        <c:axId val="515636335"/>
      </c:barChart>
      <c:catAx>
        <c:axId val="5137015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515636335"/>
        <c:crosses val="autoZero"/>
        <c:auto val="1"/>
        <c:lblAlgn val="ctr"/>
        <c:lblOffset val="100"/>
        <c:noMultiLvlLbl val="0"/>
      </c:catAx>
      <c:valAx>
        <c:axId val="5156363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5137015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view3D>
      <c:rotX val="30"/>
      <c:rotY val="15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Coste (en euros)</c:v>
                </c:pt>
              </c:strCache>
            </c:strRef>
          </c:tx>
          <c:explosion val="10"/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2-CC52-4EDB-84A3-7C3AA6EE4A4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CC52-4EDB-84A3-7C3AA6EE4A4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4-CC52-4EDB-84A3-7C3AA6EE4A46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CC52-4EDB-84A3-7C3AA6EE4A46}"/>
              </c:ext>
            </c:extLst>
          </c:dPt>
          <c:cat>
            <c:strRef>
              <c:f>Hoja1!$A$2:$A$6</c:f>
              <c:strCache>
                <c:ptCount val="5"/>
                <c:pt idx="0">
                  <c:v>Personal</c:v>
                </c:pt>
                <c:pt idx="1">
                  <c:v>Equipos informáticos</c:v>
                </c:pt>
                <c:pt idx="2">
                  <c:v>Software y licencias</c:v>
                </c:pt>
                <c:pt idx="3">
                  <c:v>Infraestructura</c:v>
                </c:pt>
                <c:pt idx="4">
                  <c:v>Costes indirectos</c:v>
                </c:pt>
              </c:strCache>
            </c:strRef>
          </c:cat>
          <c:val>
            <c:numRef>
              <c:f>Hoja1!$B$2:$B$6</c:f>
              <c:numCache>
                <c:formatCode>General</c:formatCode>
                <c:ptCount val="5"/>
                <c:pt idx="0">
                  <c:v>172800</c:v>
                </c:pt>
                <c:pt idx="1">
                  <c:v>8100</c:v>
                </c:pt>
                <c:pt idx="2">
                  <c:v>1350</c:v>
                </c:pt>
                <c:pt idx="3">
                  <c:v>600</c:v>
                </c:pt>
                <c:pt idx="4">
                  <c:v>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52-4EDB-84A3-7C3AA6EE4A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A4A058-BE39-4769-B13D-8ADDDC697880}" type="datetimeFigureOut">
              <a:rPr lang="es-ES" smtClean="0"/>
              <a:t>10/12/2025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9192A-29D0-49A2-8B25-09FD70428F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6046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9192A-29D0-49A2-8B25-09FD70428FD3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6849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D2520-3FD5-2DA4-B80A-DB86518D1A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F3FDA3-523E-BDBF-3B2C-6D3CA6BD47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677596-F0B2-3610-40AF-FE3DA6410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B6F13-A053-4803-B6C3-ABEBE98D604A}" type="datetimeFigureOut">
              <a:rPr lang="es-ES" smtClean="0"/>
              <a:t>10/12/2025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2CF9B7-C015-74AF-021A-9F5AC1A52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5C37B7-7105-DEF3-083D-F43DFCB11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F6D2D-2328-410B-83C8-6DCC51150E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3606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58171-88E9-7CF9-9450-AA1D5B703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B2EDFE-8C8E-EA77-CD81-E5A9514AD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01E300-8E1C-8BE6-5699-B29D9ABEE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B6F13-A053-4803-B6C3-ABEBE98D604A}" type="datetimeFigureOut">
              <a:rPr lang="es-ES" smtClean="0"/>
              <a:t>10/12/2025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41D646-8C92-D6BD-9ABF-B0830EDF0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D4EB25-9F6A-4B8C-7C0D-E97A72ADB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F6D2D-2328-410B-83C8-6DCC51150E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8493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A4A19-ABF4-5E09-8642-80ED1FA2D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8637B1B-E361-F269-B821-0A66F3A59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18789D-D263-BC24-0D5D-1D876C2D9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B6F13-A053-4803-B6C3-ABEBE98D604A}" type="datetimeFigureOut">
              <a:rPr lang="es-ES" smtClean="0"/>
              <a:t>10/12/2025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3F8F59-CABD-93F8-631C-A9FA4E93F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8E1429-3F2F-39AD-E166-36673F641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F6D2D-2328-410B-83C8-6DCC51150E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1083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734E6E-7FA8-467A-28AE-13DDF2ED9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F21F61-C2EE-F287-B606-9B26F7D5C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74CBC51-8D38-8103-8A9C-2AB071EBDF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BACE7C0-B4E4-C6BA-9FE0-CDD86A103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B6F13-A053-4803-B6C3-ABEBE98D604A}" type="datetimeFigureOut">
              <a:rPr lang="es-ES" smtClean="0"/>
              <a:t>10/12/2025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4ABE47-777C-6B61-FADF-5B49D9B72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7D26FC5-886E-52CE-641B-B0F9F9D92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F6D2D-2328-410B-83C8-6DCC51150E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2973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398BA5-ACEA-A220-8723-F9B54F9AE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462B32-521C-3EB8-FF40-89D7E679F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2EE6DAD-32F6-31F5-E989-DD8BF71F21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ECFBEC8-4211-5950-3D45-1DB9C15190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77D5208-5DD3-E0BD-08DF-0133FB132B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067EC0F-9E24-0165-619F-C0B7763D0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B6F13-A053-4803-B6C3-ABEBE98D604A}" type="datetimeFigureOut">
              <a:rPr lang="es-ES" smtClean="0"/>
              <a:t>10/12/2025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03F9F7B-66FC-3241-4D6D-70E389458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C0B7489-EC72-06B3-E1AA-97333A7C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F6D2D-2328-410B-83C8-6DCC51150E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9768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FC4DFA-DFF1-D787-CB3C-93F3D5A28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4B77C21-DE5D-56EA-D261-920DC0E4C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B6F13-A053-4803-B6C3-ABEBE98D604A}" type="datetimeFigureOut">
              <a:rPr lang="es-ES" smtClean="0"/>
              <a:t>10/12/2025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B5FEFB3-EB28-5299-C59D-AE900398C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CB124F1-110C-EF33-2BDD-0876BCA20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F6D2D-2328-410B-83C8-6DCC51150E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6382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4E23950-2D5A-E13F-AB91-4B47A352D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B6F13-A053-4803-B6C3-ABEBE98D604A}" type="datetimeFigureOut">
              <a:rPr lang="es-ES" smtClean="0"/>
              <a:t>10/12/2025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E06F7D5-5E7B-DF1B-0ED4-864E4CFF3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1D2E29C-6DC2-DA10-CEF2-3A3B42E70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F6D2D-2328-410B-83C8-6DCC51150E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3726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38326C-4FD2-EA52-434C-0C5FE8A13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C8060E-0800-D5F0-913C-20A6652E6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46434F3-4C66-75C8-4661-31C20BF65E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CDA61AA-EF2E-E8EB-0FCA-3E3E91270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B6F13-A053-4803-B6C3-ABEBE98D604A}" type="datetimeFigureOut">
              <a:rPr lang="es-ES" smtClean="0"/>
              <a:t>10/12/2025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4D4CC58-8820-DADE-AD6C-0E9FD34BF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F0C10DF-34B3-D070-1DEF-04EDCA578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F6D2D-2328-410B-83C8-6DCC51150E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858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94AB06-5631-BF80-5FEC-F2D63294A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8E4F5D1-DB42-87A1-3049-B8124E9976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2B9BA24-AF66-0CDE-5302-5365C41BC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D6A54A-3868-BF63-69B7-9044F6CBC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B6F13-A053-4803-B6C3-ABEBE98D604A}" type="datetimeFigureOut">
              <a:rPr lang="es-ES" smtClean="0"/>
              <a:t>10/12/2025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B4B7E3A-B762-FBF7-F80C-7FC02D569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8C4F3F-C102-9938-1B9F-718E63F3D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F6D2D-2328-410B-83C8-6DCC51150E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2925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C953E0-2F20-55C5-7AD4-CDBFD15A8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F9A981F-289D-A4E0-3A9D-A2259C7A73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4D6FAF-9562-C803-1F78-47009A115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B6F13-A053-4803-B6C3-ABEBE98D604A}" type="datetimeFigureOut">
              <a:rPr lang="es-ES" smtClean="0"/>
              <a:t>10/12/2025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CD86A1-D1E5-AACE-2BD6-7E044BBA9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EBEEA1-B48E-0079-AEBE-52506D0F2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F6D2D-2328-410B-83C8-6DCC51150E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1843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C54A809-165B-1436-9B05-9308C1FAEB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AF43B07-9058-8BB8-7199-0DAE9F28A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1FD084-B485-9050-6B67-13C1A528C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B6F13-A053-4803-B6C3-ABEBE98D604A}" type="datetimeFigureOut">
              <a:rPr lang="es-ES" smtClean="0"/>
              <a:t>10/12/2025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FD44E4-A212-EBBC-C5F2-9597D351E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5023AA4-73EF-53A8-6D1B-9597C70DF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F6D2D-2328-410B-83C8-6DCC51150E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7631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E1BEA6F-68CF-4ADD-7936-D37C73198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3CF317-F359-BA73-8EFA-FE478201F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55607D-DB0D-12CB-1212-39EBB1DBD8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EB6F13-A053-4803-B6C3-ABEBE98D604A}" type="datetimeFigureOut">
              <a:rPr lang="es-ES" smtClean="0"/>
              <a:t>10/12/2025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352D2E-E74C-302B-F1D8-9C7E44CFF2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B1BF1A-A7A1-75EC-0994-1B2F653D3A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2F6D2D-2328-410B-83C8-6DCC51150E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7073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 descr="Un dibujo de una caja&#10;&#10;El contenido generado por IA puede ser incorrecto.">
            <a:extLst>
              <a:ext uri="{FF2B5EF4-FFF2-40B4-BE49-F238E27FC236}">
                <a16:creationId xmlns:a16="http://schemas.microsoft.com/office/drawing/2014/main" id="{BABAF046-10D5-DF83-D9E4-7EEAE655A3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345285">
            <a:off x="-1082649" y="2393526"/>
            <a:ext cx="6379339" cy="4248640"/>
          </a:xfrm>
          <a:prstGeom prst="rect">
            <a:avLst/>
          </a:prstGeom>
        </p:spPr>
      </p:pic>
      <p:sp>
        <p:nvSpPr>
          <p:cNvPr id="4" name="Triángulo rectángulo 3">
            <a:extLst>
              <a:ext uri="{FF2B5EF4-FFF2-40B4-BE49-F238E27FC236}">
                <a16:creationId xmlns:a16="http://schemas.microsoft.com/office/drawing/2014/main" id="{AE494694-9D8F-1F2C-5122-91E4C95D1BEF}"/>
              </a:ext>
            </a:extLst>
          </p:cNvPr>
          <p:cNvSpPr/>
          <p:nvPr/>
        </p:nvSpPr>
        <p:spPr>
          <a:xfrm>
            <a:off x="0" y="0"/>
            <a:ext cx="5384800" cy="6858000"/>
          </a:xfrm>
          <a:prstGeom prst="rtTriangle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Triángulo rectángulo 4">
            <a:extLst>
              <a:ext uri="{FF2B5EF4-FFF2-40B4-BE49-F238E27FC236}">
                <a16:creationId xmlns:a16="http://schemas.microsoft.com/office/drawing/2014/main" id="{EC9971FC-F4F1-015A-1AA4-42CD61437ACB}"/>
              </a:ext>
            </a:extLst>
          </p:cNvPr>
          <p:cNvSpPr/>
          <p:nvPr/>
        </p:nvSpPr>
        <p:spPr>
          <a:xfrm rot="11237973">
            <a:off x="-7971155" y="-7124316"/>
            <a:ext cx="21327108" cy="21106633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66A3233-6239-5476-80C6-3C173271A4F3}"/>
              </a:ext>
            </a:extLst>
          </p:cNvPr>
          <p:cNvSpPr txBox="1"/>
          <p:nvPr/>
        </p:nvSpPr>
        <p:spPr>
          <a:xfrm>
            <a:off x="2015086" y="1818640"/>
            <a:ext cx="4216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bg2"/>
                </a:solidFill>
              </a:rPr>
              <a:t>MODELO PREDICTIVO</a:t>
            </a:r>
          </a:p>
          <a:p>
            <a:r>
              <a:rPr lang="es-ES" sz="5400" dirty="0">
                <a:solidFill>
                  <a:schemeClr val="bg2"/>
                </a:solidFill>
              </a:rPr>
              <a:t>“El chivato”</a:t>
            </a:r>
          </a:p>
        </p:txBody>
      </p:sp>
    </p:spTree>
    <p:extLst>
      <p:ext uri="{BB962C8B-B14F-4D97-AF65-F5344CB8AC3E}">
        <p14:creationId xmlns:p14="http://schemas.microsoft.com/office/powerpoint/2010/main" val="1499281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 L -0.09336 0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674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 L 0.25 0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3.7037E-6 L 0.35781 -0.0018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891" y="-9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3.7037E-6 L 0.09088 3.7037E-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4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ipse 7">
            <a:extLst>
              <a:ext uri="{FF2B5EF4-FFF2-40B4-BE49-F238E27FC236}">
                <a16:creationId xmlns:a16="http://schemas.microsoft.com/office/drawing/2014/main" id="{A6852710-93CE-4F96-0D47-C8C4E2860BB6}"/>
              </a:ext>
            </a:extLst>
          </p:cNvPr>
          <p:cNvSpPr/>
          <p:nvPr/>
        </p:nvSpPr>
        <p:spPr>
          <a:xfrm>
            <a:off x="7018867" y="1507580"/>
            <a:ext cx="3539066" cy="3539066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DBE5A69A-D323-42AA-2FCC-9766253FFC71}"/>
              </a:ext>
            </a:extLst>
          </p:cNvPr>
          <p:cNvSpPr/>
          <p:nvPr/>
        </p:nvSpPr>
        <p:spPr>
          <a:xfrm>
            <a:off x="1549400" y="1532467"/>
            <a:ext cx="3539066" cy="3539066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564EDD-F7A7-4D5E-5DEB-FCFDBC662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3532" y="2863915"/>
            <a:ext cx="2336801" cy="113016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s-ES" sz="6700" dirty="0">
                <a:solidFill>
                  <a:schemeClr val="bg1"/>
                </a:solidFill>
              </a:rPr>
              <a:t>Mi mano: </a:t>
            </a:r>
          </a:p>
          <a:p>
            <a:pPr marL="0" indent="0">
              <a:buNone/>
            </a:pPr>
            <a:r>
              <a:rPr lang="es-ES" sz="6700" dirty="0">
                <a:solidFill>
                  <a:schemeClr val="bg1"/>
                </a:solidFill>
              </a:rPr>
              <a:t>RRCA</a:t>
            </a:r>
          </a:p>
          <a:p>
            <a:pPr marL="0" indent="0">
              <a:buNone/>
            </a:pP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DD52115-EDB7-DC9D-C5B2-B926DF586D60}"/>
              </a:ext>
            </a:extLst>
          </p:cNvPr>
          <p:cNvSpPr txBox="1"/>
          <p:nvPr/>
        </p:nvSpPr>
        <p:spPr>
          <a:xfrm>
            <a:off x="7484534" y="2340390"/>
            <a:ext cx="3225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200" dirty="0">
                <a:solidFill>
                  <a:schemeClr val="bg1"/>
                </a:solidFill>
              </a:rPr>
              <a:t>Mi compañero: RCC7 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86756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03FAC7DA-47C8-82D6-1C80-E46B0977B779}"/>
              </a:ext>
            </a:extLst>
          </p:cNvPr>
          <p:cNvSpPr txBox="1"/>
          <p:nvPr/>
        </p:nvSpPr>
        <p:spPr>
          <a:xfrm>
            <a:off x="865761" y="658227"/>
            <a:ext cx="2477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Operaciones a realizar:</a:t>
            </a:r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DA390286-2907-D6A1-F96C-6F56471C4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585" y="1669458"/>
            <a:ext cx="2011854" cy="594412"/>
          </a:xfrm>
          <a:prstGeom prst="rect">
            <a:avLst/>
          </a:prstGeom>
        </p:spPr>
      </p:pic>
      <p:pic>
        <p:nvPicPr>
          <p:cNvPr id="7" name="Imagen 6" descr="Interfaz de usuario gráfica, Diagrama&#10;&#10;El contenido generado por IA puede ser incorrecto.">
            <a:extLst>
              <a:ext uri="{FF2B5EF4-FFF2-40B4-BE49-F238E27FC236}">
                <a16:creationId xmlns:a16="http://schemas.microsoft.com/office/drawing/2014/main" id="{D0FBFB0C-C326-D113-263C-908A73637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078" y="2990435"/>
            <a:ext cx="2537680" cy="762066"/>
          </a:xfrm>
          <a:prstGeom prst="rect">
            <a:avLst/>
          </a:prstGeom>
        </p:spPr>
      </p:pic>
      <p:pic>
        <p:nvPicPr>
          <p:cNvPr id="11" name="Imagen 10" descr="Dibujo con letras blancas&#10;&#10;El contenido generado por IA puede ser incorrecto.">
            <a:extLst>
              <a:ext uri="{FF2B5EF4-FFF2-40B4-BE49-F238E27FC236}">
                <a16:creationId xmlns:a16="http://schemas.microsoft.com/office/drawing/2014/main" id="{9AC1AEBC-F5D3-83DD-B391-71D255E37B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585" y="4479066"/>
            <a:ext cx="4762913" cy="640135"/>
          </a:xfrm>
          <a:prstGeom prst="rect">
            <a:avLst/>
          </a:prstGeom>
        </p:spPr>
      </p:pic>
      <p:pic>
        <p:nvPicPr>
          <p:cNvPr id="14" name="Imagen 13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AFED2CED-1F33-86F8-09DD-3C637365E8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0033" y="3017435"/>
            <a:ext cx="2118544" cy="685859"/>
          </a:xfrm>
          <a:prstGeom prst="rect">
            <a:avLst/>
          </a:prstGeom>
        </p:spPr>
      </p:pic>
      <p:pic>
        <p:nvPicPr>
          <p:cNvPr id="16" name="Imagen 15" descr="Diagrama&#10;&#10;El contenido generado por IA puede ser incorrecto.">
            <a:extLst>
              <a:ext uri="{FF2B5EF4-FFF2-40B4-BE49-F238E27FC236}">
                <a16:creationId xmlns:a16="http://schemas.microsoft.com/office/drawing/2014/main" id="{91959578-2332-490D-91F8-A2EA7F5763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0033" y="1582659"/>
            <a:ext cx="5090601" cy="937341"/>
          </a:xfrm>
          <a:prstGeom prst="rect">
            <a:avLst/>
          </a:prstGeom>
        </p:spPr>
      </p:pic>
      <p:pic>
        <p:nvPicPr>
          <p:cNvPr id="18" name="Imagen 17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00ADBB5D-651D-5108-5492-5ECFE8FE2B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0033" y="4471445"/>
            <a:ext cx="3795089" cy="647756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3EE7251A-D9F2-7162-84D6-656A4A1D33D6}"/>
              </a:ext>
            </a:extLst>
          </p:cNvPr>
          <p:cNvSpPr txBox="1"/>
          <p:nvPr/>
        </p:nvSpPr>
        <p:spPr>
          <a:xfrm>
            <a:off x="2238822" y="5636864"/>
            <a:ext cx="77143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800" dirty="0"/>
              <a:t>¡¡¡REPETIR 100.000 VECES!!!</a:t>
            </a:r>
            <a:endParaRPr lang="es-ES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3E6245F-5636-E651-C4F7-7EA9F9D03050}"/>
              </a:ext>
            </a:extLst>
          </p:cNvPr>
          <p:cNvSpPr txBox="1"/>
          <p:nvPr/>
        </p:nvSpPr>
        <p:spPr>
          <a:xfrm>
            <a:off x="351366" y="1789003"/>
            <a:ext cx="373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1.</a:t>
            </a:r>
          </a:p>
          <a:p>
            <a:endParaRPr lang="es-ES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33955BA-3C80-C26A-9A07-9FF098FDC29E}"/>
              </a:ext>
            </a:extLst>
          </p:cNvPr>
          <p:cNvSpPr txBox="1"/>
          <p:nvPr/>
        </p:nvSpPr>
        <p:spPr>
          <a:xfrm>
            <a:off x="351366" y="3159668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2.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8ECEC03-257F-4E9A-83FD-E6949ECC8BE2}"/>
              </a:ext>
            </a:extLst>
          </p:cNvPr>
          <p:cNvSpPr txBox="1"/>
          <p:nvPr/>
        </p:nvSpPr>
        <p:spPr>
          <a:xfrm>
            <a:off x="351366" y="4614467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3.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EF1E368-BEB5-427E-E31C-F9C4DD68A240}"/>
              </a:ext>
            </a:extLst>
          </p:cNvPr>
          <p:cNvSpPr txBox="1"/>
          <p:nvPr/>
        </p:nvSpPr>
        <p:spPr>
          <a:xfrm>
            <a:off x="6189133" y="1789003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4.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EC30910-B5C3-43F6-D744-C9CE568BA7FE}"/>
              </a:ext>
            </a:extLst>
          </p:cNvPr>
          <p:cNvSpPr txBox="1"/>
          <p:nvPr/>
        </p:nvSpPr>
        <p:spPr>
          <a:xfrm>
            <a:off x="6282267" y="3159668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5.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CAA7EDA-BC71-F6AA-F1F8-32A96C882006}"/>
              </a:ext>
            </a:extLst>
          </p:cNvPr>
          <p:cNvSpPr txBox="1"/>
          <p:nvPr/>
        </p:nvSpPr>
        <p:spPr>
          <a:xfrm>
            <a:off x="6301594" y="4600723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6.</a:t>
            </a:r>
          </a:p>
        </p:txBody>
      </p:sp>
    </p:spTree>
    <p:extLst>
      <p:ext uri="{BB962C8B-B14F-4D97-AF65-F5344CB8AC3E}">
        <p14:creationId xmlns:p14="http://schemas.microsoft.com/office/powerpoint/2010/main" val="1127448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A49098F6-FB9E-2748-EF57-20C2D895B5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2442140"/>
              </p:ext>
            </p:extLst>
          </p:nvPr>
        </p:nvGraphicFramePr>
        <p:xfrm>
          <a:off x="1224604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07A3B0FC-A7AE-748A-29BA-6D8BBA932ED6}"/>
              </a:ext>
            </a:extLst>
          </p:cNvPr>
          <p:cNvSpPr txBox="1"/>
          <p:nvPr/>
        </p:nvSpPr>
        <p:spPr>
          <a:xfrm>
            <a:off x="10077855" y="2169269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82,5h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98A0301-B9AC-52A9-12F3-AC06240A79CB}"/>
              </a:ext>
            </a:extLst>
          </p:cNvPr>
          <p:cNvSpPr txBox="1"/>
          <p:nvPr/>
        </p:nvSpPr>
        <p:spPr>
          <a:xfrm>
            <a:off x="10077855" y="4221805"/>
            <a:ext cx="4347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6h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26658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1B254A-19AC-CAEF-8548-728EDEA13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E593D595-37C9-7E1D-241E-D5522C158B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0980416"/>
              </p:ext>
            </p:extLst>
          </p:nvPr>
        </p:nvGraphicFramePr>
        <p:xfrm>
          <a:off x="1224604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CAE9945A-90B6-4055-0BEE-B0C8298E7BC8}"/>
              </a:ext>
            </a:extLst>
          </p:cNvPr>
          <p:cNvSpPr txBox="1"/>
          <p:nvPr/>
        </p:nvSpPr>
        <p:spPr>
          <a:xfrm>
            <a:off x="10077855" y="4241260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6h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DBC3420-723E-299D-9F3A-BB2AB6D79726}"/>
              </a:ext>
            </a:extLst>
          </p:cNvPr>
          <p:cNvSpPr txBox="1"/>
          <p:nvPr/>
        </p:nvSpPr>
        <p:spPr>
          <a:xfrm>
            <a:off x="9906333" y="2116006"/>
            <a:ext cx="7777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&gt;1seg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91649694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monitor, verde, camión, foto&#10;&#10;El contenido generado por IA puede ser incorrecto.">
            <a:extLst>
              <a:ext uri="{FF2B5EF4-FFF2-40B4-BE49-F238E27FC236}">
                <a16:creationId xmlns:a16="http://schemas.microsoft.com/office/drawing/2014/main" id="{4D2799A0-5C31-F61A-879C-98A2766E76C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505127" y="252439"/>
            <a:ext cx="3181746" cy="6353122"/>
          </a:xfrm>
          <a:prstGeom prst="rect">
            <a:avLst/>
          </a:prstGeom>
          <a:noFill/>
          <a:ln>
            <a:noFill/>
            <a:prstDash/>
          </a:ln>
        </p:spPr>
      </p:pic>
    </p:spTree>
    <p:extLst>
      <p:ext uri="{BB962C8B-B14F-4D97-AF65-F5344CB8AC3E}">
        <p14:creationId xmlns:p14="http://schemas.microsoft.com/office/powerpoint/2010/main" val="2744893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00F7F33E-8998-5BD3-72E9-DF4D70A754B9}"/>
              </a:ext>
            </a:extLst>
          </p:cNvPr>
          <p:cNvSpPr txBox="1"/>
          <p:nvPr/>
        </p:nvSpPr>
        <p:spPr>
          <a:xfrm>
            <a:off x="6726766" y="1921932"/>
            <a:ext cx="4665130" cy="4097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dirty="0"/>
          </a:p>
        </p:txBody>
      </p:sp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54D748B5-6F35-EDFC-58DD-6B332A2419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7034100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49754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902125C1-B303-FAF6-B8F2-A7ABAC168488}"/>
              </a:ext>
            </a:extLst>
          </p:cNvPr>
          <p:cNvCxnSpPr>
            <a:cxnSpLocks/>
          </p:cNvCxnSpPr>
          <p:nvPr/>
        </p:nvCxnSpPr>
        <p:spPr>
          <a:xfrm>
            <a:off x="3937000" y="1405467"/>
            <a:ext cx="0" cy="51392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27E1EE72-F2AC-9053-F0E5-C11B819638B0}"/>
              </a:ext>
            </a:extLst>
          </p:cNvPr>
          <p:cNvCxnSpPr>
            <a:cxnSpLocks/>
          </p:cNvCxnSpPr>
          <p:nvPr/>
        </p:nvCxnSpPr>
        <p:spPr>
          <a:xfrm>
            <a:off x="8111067" y="1405467"/>
            <a:ext cx="0" cy="51392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61DD4978-6E46-E672-E725-459BB0700569}"/>
              </a:ext>
            </a:extLst>
          </p:cNvPr>
          <p:cNvSpPr txBox="1"/>
          <p:nvPr/>
        </p:nvSpPr>
        <p:spPr>
          <a:xfrm>
            <a:off x="4237158" y="448733"/>
            <a:ext cx="37176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dirty="0"/>
              <a:t>OTRAS APLICACIONES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760F958-5E35-1C00-E9BB-0DD5003B117A}"/>
              </a:ext>
            </a:extLst>
          </p:cNvPr>
          <p:cNvSpPr txBox="1"/>
          <p:nvPr/>
        </p:nvSpPr>
        <p:spPr>
          <a:xfrm>
            <a:off x="812800" y="2133600"/>
            <a:ext cx="2209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Otros juegos de azar</a:t>
            </a:r>
          </a:p>
        </p:txBody>
      </p:sp>
      <p:pic>
        <p:nvPicPr>
          <p:cNvPr id="2050" name="Picture 2" descr="Es usted aficionado al póquer? Descubra la versión Casino en los clubes de  juego de París - Sortiraparis.com">
            <a:extLst>
              <a:ext uri="{FF2B5EF4-FFF2-40B4-BE49-F238E27FC236}">
                <a16:creationId xmlns:a16="http://schemas.microsoft.com/office/drawing/2014/main" id="{A50AF586-38BB-D8DA-A41A-C53697591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3019400"/>
            <a:ext cx="3158396" cy="210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Bot - Iconos gratis de tecnología">
            <a:extLst>
              <a:ext uri="{FF2B5EF4-FFF2-40B4-BE49-F238E27FC236}">
                <a16:creationId xmlns:a16="http://schemas.microsoft.com/office/drawing/2014/main" id="{7E3926EC-9A2C-9B53-BC01-C18A80BB6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9289" y="3019400"/>
            <a:ext cx="3124200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2939031B-86A6-E35F-13FD-373F54CBC647}"/>
              </a:ext>
            </a:extLst>
          </p:cNvPr>
          <p:cNvSpPr txBox="1"/>
          <p:nvPr/>
        </p:nvSpPr>
        <p:spPr>
          <a:xfrm>
            <a:off x="4866528" y="2131999"/>
            <a:ext cx="2458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Entrenamiento de </a:t>
            </a:r>
            <a:r>
              <a:rPr lang="es-ES" dirty="0" err="1"/>
              <a:t>Bots</a:t>
            </a:r>
            <a:endParaRPr lang="es-ES" dirty="0"/>
          </a:p>
        </p:txBody>
      </p:sp>
      <p:pic>
        <p:nvPicPr>
          <p:cNvPr id="2060" name="Picture 12" descr="Trading: ¿Qué es? | XTB">
            <a:extLst>
              <a:ext uri="{FF2B5EF4-FFF2-40B4-BE49-F238E27FC236}">
                <a16:creationId xmlns:a16="http://schemas.microsoft.com/office/drawing/2014/main" id="{B2D752B5-6E27-EF89-0FCB-A697215E2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9085" y="3130727"/>
            <a:ext cx="3544744" cy="1996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A21D483D-4EC8-E2EA-8E84-106139FE934D}"/>
              </a:ext>
            </a:extLst>
          </p:cNvPr>
          <p:cNvSpPr txBox="1"/>
          <p:nvPr/>
        </p:nvSpPr>
        <p:spPr>
          <a:xfrm>
            <a:off x="8772647" y="2131999"/>
            <a:ext cx="2777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Trading y sector financiero</a:t>
            </a:r>
          </a:p>
        </p:txBody>
      </p:sp>
    </p:spTree>
    <p:extLst>
      <p:ext uri="{BB962C8B-B14F-4D97-AF65-F5344CB8AC3E}">
        <p14:creationId xmlns:p14="http://schemas.microsoft.com/office/powerpoint/2010/main" val="479699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E93F6815-106B-6DE7-10BA-C0EE50BDF0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5677379"/>
              </p:ext>
            </p:extLst>
          </p:nvPr>
        </p:nvGraphicFramePr>
        <p:xfrm>
          <a:off x="152399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5777475D-A266-09B1-B11D-FCF373FA268D}"/>
              </a:ext>
            </a:extLst>
          </p:cNvPr>
          <p:cNvSpPr txBox="1"/>
          <p:nvPr/>
        </p:nvSpPr>
        <p:spPr>
          <a:xfrm>
            <a:off x="7707539" y="2269067"/>
            <a:ext cx="439979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Presupuesto total: 183.550€</a:t>
            </a:r>
          </a:p>
          <a:p>
            <a:r>
              <a:rPr lang="es-ES" dirty="0"/>
              <a:t>Personal: 172.800€</a:t>
            </a:r>
          </a:p>
          <a:p>
            <a:r>
              <a:rPr lang="es-ES" dirty="0"/>
              <a:t>Equipos informáticos: 8.100€</a:t>
            </a:r>
          </a:p>
          <a:p>
            <a:r>
              <a:rPr lang="es-ES" dirty="0"/>
              <a:t>Software y licencias: 1.350€</a:t>
            </a:r>
          </a:p>
          <a:p>
            <a:r>
              <a:rPr lang="es-ES" dirty="0"/>
              <a:t>Infraestructura: 600€</a:t>
            </a:r>
          </a:p>
          <a:p>
            <a:r>
              <a:rPr lang="es-ES" dirty="0"/>
              <a:t>Costes indirectos: Costes indirectos: 700€</a:t>
            </a:r>
          </a:p>
        </p:txBody>
      </p:sp>
    </p:spTree>
    <p:extLst>
      <p:ext uri="{BB962C8B-B14F-4D97-AF65-F5344CB8AC3E}">
        <p14:creationId xmlns:p14="http://schemas.microsoft.com/office/powerpoint/2010/main" val="27157702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</Words>
  <Application>Microsoft Office PowerPoint</Application>
  <PresentationFormat>Panorámica</PresentationFormat>
  <Paragraphs>32</Paragraphs>
  <Slides>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Alejandro Rabanal Camúñez</dc:creator>
  <cp:lastModifiedBy>Alejandro Rabanal Camúñez</cp:lastModifiedBy>
  <cp:revision>1</cp:revision>
  <dcterms:created xsi:type="dcterms:W3CDTF">2025-12-09T08:15:43Z</dcterms:created>
  <dcterms:modified xsi:type="dcterms:W3CDTF">2025-12-10T18:11:23Z</dcterms:modified>
</cp:coreProperties>
</file>